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3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權重</c:v>
                </c:pt>
              </c:strCache>
            </c:strRef>
          </c:tx>
          <c:spPr>
            <a:solidFill>
              <a:srgbClr val="C99A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安全訊號加成</c:v>
                  </c:pt>
                  <c:pt idx="1">
                    <c:v>時效性</c:v>
                  </c:pt>
                  <c:pt idx="2">
                    <c:v>研究設計</c:v>
                  </c:pt>
                  <c:pt idx="3">
                    <c:v>證據成熟度</c:v>
                  </c:pt>
                  <c:pt idx="4">
                    <c:v>來源權威度</c:v>
                  </c:pt>
                  <c:pt idx="5">
                    <c:v>主題相關度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0.12</c:v>
                </c:pt>
                <c:pt idx="2">
                  <c:v>0.16</c:v>
                </c:pt>
                <c:pt idx="3">
                  <c:v>0.2</c:v>
                </c:pt>
                <c:pt idx="4">
                  <c:v>0.22</c:v>
                </c:pt>
                <c:pt idx="5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6"/>
          <c:min val="0"/>
        </c:scaling>
        <c:delete val="0"/>
        <c:axPos val="b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癌症基因比對率</c:v>
                </c:pt>
              </c:strCache>
            </c:strRef>
          </c:tx>
          <c:spPr>
            <a:solidFill>
              <a:srgbClr val="8A93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標準化前</c:v>
                  </c:pt>
                  <c:pt idx="1">
                    <c:v>標準化後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</c:v>
                </c:pt>
                <c:pt idx="1">
                  <c:v>18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處理狀態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9D6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9A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0533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自動採用 17</c:v>
                </c:pt>
                <c:pt idx="1">
                  <c:v>待確認 4</c:v>
                </c:pt>
                <c:pt idx="2">
                  <c:v>查無結果 1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0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本演示文稿对应同日的完整说明报告。五项功能：新闻管理、可编码蛋白区、通路富集分析、靶点标准化、成分标准化。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人参 190 种成分、22 种通过 ADME 筛选、118 个对应靶点，都是平台实测数字。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4.5 站（通路）在演示文稿中并为第 5 站呈现，细胞验证为第 6 站。研究报告站尚未开始，未列入。后接六页名词详解。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入口站。强调药材＝混合物，以及 TCMSP 清单是文献汇整而非批量实测。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OB／DL 门槛是 TCMSP 的通用惯例。人参皂苷被刷掉这件事一定要讲，否则读者会质疑名单的可信度。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118 这个数字有三条独立路径交叉验证过。旧文档写的 109 已判定过时。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免责声明在这一站最关键。任何对外文档都不得把靶点—疾病关联写成治疗效果。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细胞凋亡 hsa04215：6/32 命中、19.2 倍、q=4.91e-6。肝代谢那条是安全信号，不是抗肿瘤机转。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BCL2 于 OCI-LY-19：−2.62、9 株强依赖。CASP8 为 n=1 的线索，不可与 BCL2 并列。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这一段是把前面六站的概念，用实际画面走一次。对象是没有操作过系统的人。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画面下方的「疾病：乳癌」就是自动标出来的标签。橘色那条「解读注意」是系统对文献计量类研究的固定提醒：这类研究无法推论临床疗效。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这一页走的是反向路径：疾病 → 靶点 → 成分 → 药材。左侧可切换 564 种疾病。三个数字是逐层关系，关掉上层会自动锁定下层。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这张图刻意放进来。先看到「全展开等于看不懂」，下一页的筛选功能才有意义。红＝疾病、绿＝靶点、蓝＝成分、黄＝药材。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数字是即时重算的，不是预先算好的组合。每个靶点后面的「N 个成分」可以先判断这个靶点会带出多大的图。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这就是「中药 → 成分 → 靶点 → 疾病」那条生产线反过来走。图上每个节点都可以点开看原始数据。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要留意措辞：这八味是「含有 FMT 这个成分」的药材，不是「治疗乳癌的八味药」。平台提供的是查证起点，不是结论。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笔 Aposiopolamine 显示「查无结果」，三个字段都是叉——系统如实呈现失败，不用猜测值填补。字段名称旁的惊叹号可点开看该编号的定义。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小结页的重点在红框：示范很有说服力，但它证明的是「查得快、查得全、可追溯」，不是疗效。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五项对应第 2、3、4、4.5 站，加上横跨全流程的新闻情报监测。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图上的成分名称与 CID 取自平台实际画面，靶点为人参 118 个靶点中的三个代表。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_qt 是苷元（aglycone）不是 quantitative。剥掉它等于去查带糖基的母体苷，正好是 TCMSP 不要的那一个。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18% 已接近真实上限：TCMSP 偏向可成药蛋白，癌症基因清单里有大量目前无法用药物作用的转录因子。硬追会制造假关联。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math.comb 再取 log 也不行：C(20000,300) 整数算得出来，但取 log 前就先溢出成 inf。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DNA 拷贝是整条染色体一起拷贝，98% 也照样拷贝——不要说「那 2% 是细胞拷贝的来源」。2% 负责产出蛋白质，98% 里的调控组件负责决定哪些基因何时打开。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「暗黑基因」一词泛指长期少有人研究的基因；平台以 OncoKB 的癌症基因清单作为实作来源。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PubChem 与 UniProt 是逐笔查找，其余是整包下载。逐笔的那两个从开发沙箱连不到，必须在正式环境运行。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安全信号优先是平台定位的内核：科研辅助与安全监测，不是疗效推荐。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2026-09-15 实测：抓取 49 篇、过滤 33、重复 16，10 个来源全数正常，10.5 秒完成。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来源清单依《中药与肿瘤｜10 个权威官方追踪网站》整理。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数据量差异造成设计差异：暗黑基因可整包加载浏览器，GenCC 必须改成搜索驱动。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1,751 个靶点中 1,573 个是含空白的全名，只有 4 个长得像基因代号。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18.0% = 224/1245。标准化覆盖 1265/1751。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使用超几何检验 + Benjamini–Hochberg 校正，测试以精确有理数运算对照，最大误差 7.8e-13。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细胞凋亡 hsa04215：6/32 命中、19.2 倍、q=4.91e-6。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验算刻意分三种结果：相符、不符、无法验证。把缺数据当成通过等于让验证形同虚设。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22 种清单与逐项说明见报告第八章。三笔苷元误配为全库 81 笔同类问题的缩影。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这些判读规范已全部写进平台开发规范文档，并创建对应的自动测试。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项优先度最高：错误分子一旦进入数据库不会报错，且会污染下游所有分析。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754880" cy="475488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17320"/>
            <a:ext cx="237744" cy="237744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1417320"/>
            <a:ext cx="237744" cy="23774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417320"/>
            <a:ext cx="237744" cy="237744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417320"/>
            <a:ext cx="237744" cy="237744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417320"/>
            <a:ext cx="237744" cy="237744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中药肿瘤筛选平台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开发进度说明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给一般读者的演示文稿　—　用白话解释我们做了什么、为什么要做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16 日（第二版：增补六站名词详解）　｜　正式环境版本 v1.42.1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779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科研辅助工具　·　不作为医疗诊断或治疗建议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先讲清楚问题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一味中药，要拆成几层才看得懂？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人参登录的化学成分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人体真正吸收得了的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8388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这些成分作用的蛋白质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一味药里有几十到几百种成分，每种成分又可能作用在好几种蛋白质上。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用手工整理，一个人光一味药就要好几个月，而且</a:t>
            </a:r>
            <a:pPr indent="0" marL="0">
              <a:buNone/>
            </a:pPr>
            <a:r>
              <a:rPr lang="en-US" sz="18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每个人整理出来的结果还可能不一样</a:t>
            </a:r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——因为各个数据库用的名字、格式都不同。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这个平台要做的，就是把这件事变成一条可以重复、可以被检查的自动化流程。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平台架构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整条流程像一条生产线，共六站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中药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这味药有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哪些成分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2316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2240280"/>
            <a:ext cx="502920" cy="5029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1752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结构长怎样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吸收得了吗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4340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240280"/>
            <a:ext cx="502920" cy="50292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靶点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会接到哪些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蛋白质上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6364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240280"/>
            <a:ext cx="502920" cy="50292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疾病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跟哪些疾病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有关联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18388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78240" y="2240280"/>
            <a:ext cx="502920" cy="50292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7824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是否集中在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同一条路线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1041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98480" y="2240280"/>
            <a:ext cx="502920" cy="50292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6984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1041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细胞验证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101955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癌细胞真的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活不下去吗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041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数据完成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89204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77240" y="50474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为什么顺序不能颠倒？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3766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没有先把蛋白质的名字统一（第 3 站），第 5 站的通路分析就没有正确的输入；没有通路分析给出的机转假说，第 6 站的细胞实验数据只会是一堆看不懂的数字。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接下来六页，逐站说明每个名词的定义、数据长什么样，以及最容易被误解的地方。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站　名词详解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中药：一味药不是一个分子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Herb（药材）／ Medicinal material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中医使用的天然药用材料，通常是植物的特定部位（根、茎、叶、花、果实），也可能来自动物或矿物。平台里的一笔「中药」，就是 TCMSP 收录的一味药材。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数据长什么样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共收录 499 味药材。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人参（Panax ginseng，平台编号 336）是本阶段指定的验证药材，底下登录了 190 种化学成分。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每味药材都带中文名、拼音与拉丁学名。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这一站在做什么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把「一味药」摊开成「一份成分清单」。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这是整条生产线的入口：后面所有的靶点、疾病、通路、细胞分析，追到底都是从这份清单长出来的。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最容易误解的地方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一味药材是几十到几百个分子的混合物，不是单一药物。所以严格来说不能讲「人参抗癌」，只能问「人参里的哪一个分子、作用在哪个蛋白质上」。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另外，同样叫人参，基原、产地与炮制方式不同，实际成分可以差很多。TCMSP 给的是一份文献汇整的代表性清单，不是某一批药材的实测结果。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数据源：TCMSP（Traditional Chinese Medicine Systems Pharmacology Database）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站　名词详解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成分：分子本身，以及它吸收得了吗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Compound / Ingredient（化学成分、化合物）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药材里一个个具体的化学分子。每个分子有自己的结构、分子量与吸收特性——真正能产生药理作用的是分子，不是药材。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数据长什么样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共收录 29,384 种成分。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人参的 190 种成分，通过两道吸收门槛后剩下 22 种，这 22 种才是后续分析的母体。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每个成分都要对应到国际化学编号（CID／InChIKey／CAS）。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这一站在做什么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两道 ADME 门槛：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OB ≥ 30%　口服生物利用度，吃下去后真正进到血液的比例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DL ≥ 0.18　类药性，结构像不像已知药物（0～1）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再把 TCMSP 自有编号换成国际通用编号。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最容易误解的地方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「活性成分」指的是「在药理模型上算得过门槛的成分」，不等于「临床上有效」。这是计算筛选，不是疗效证据。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要诚实说明的一点：人参最有名的人参皂苷，大多不在这 22 种里——它们分子太大、口服吸收率低，第一道门槛就被刷掉了。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数据源：TCMSP（ADME 参数）、PubChem（结构与编号）　·　ADME＝吸收、分布、代谢、排泄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站　名词详解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靶点：分子在体内接到哪台机器上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Target / Protein target（蛋白质靶点）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成分在体内实际接触、并改变其行为的蛋白质。蛋白质是细胞里真正干活的机器，绝大多数药物都是通过改变某个蛋白质的行为来起作用。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数据长什么样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共收录 3,311 个靶点。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人参的 22 个活性成分，合计对应到 118 个不重复的靶点。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每个靶点都要对到 UniProt 编号——蛋白质的国际标准身分证。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这一站在做什么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把各家数据库对同一个蛋白质的不同叫法统一。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同一个蛋白在不同文献可能有三、四个名字；不统一就会把同一个东西算成好几个，后面的通路分析整个歪掉。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最容易误解的地方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的「成分—靶点」关联有相当比例来自分子对接（molecular docking）的电脑预测，不是实验测到的结合。这一点在引用时必须说明。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还有一个违反直觉的重点：命中的靶点数多通常不是好消息——那代表这个成分到处乱碰，选择性差、副作用风险高。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数据源：TCMSP（成分—靶点关联）、UniProt（蛋白质标准化）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站　名词详解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疾病：关联是怎么连过去的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Disease（疾病）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与该靶点有文献关联的疾病。链接路径固定是「成分 → 靶点 → 疾病」，中间一定要经过靶点——成分与疾病之间没有直接的连接。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数据长什么样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共收录 837 种相关疾病。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每种疾病带 ICD-9 与 ICD-10 国际疾病分类码，可以跟医院端的病历系统与其他医疗数据库对照。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原始数据只有英文名称，中文为平台另行整理。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这一站在做什么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回答「这些蛋白质，过去被哪些疾病的研究提到过」。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它提供的是文献线索的方向，用来决定下一步要往哪个癌别、哪类细胞株去查证。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最容易误解的地方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这一站最容易被过度解读：「有关联」不等于「能治疗」。数据库记的是「这个蛋白质在这个疾病里被研究过」，方向可能是致病机转、也可能是治疗标的，数据本身并不区分。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平台一律把它标示为研究线索，不得写成疗效主张——这是本平台定位为科研辅助工具的界线所在。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数据源：TCMSP（靶点—疾病关联）、WHO ICD-9／ICD-10 疾病分类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站　名词详解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通路：体内的生产线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1EBF8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Pathway（生物通路）／ Signaling pathway（信号传导通路）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细胞里一连串按顺序发生的反应，像一条生产线：A 蛋白活化 B、B 再活化 C，一路传下去完成一件事——例如让细胞分裂、启动细胞凋亡，或代谢掉一个外来物质。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数据长什么样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两大国际通路数据库：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KEGG PATHWAY（日本京都大学）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Reactome（欧洲生物信息研究所等单位共同维护）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文献上常见的 MAPK、PI3K-Akt、p53，都是个别生产线的名字。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这一站在做什么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通路富集分析（pathway enrichment analysis）：问「这些靶点是不是特别集中在某几条生产在线」。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用超几何检验计算集中程度，再用 BH 法校正多重检验。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人参结果：细胞凋亡通路 19.2 倍，统计上显著。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最容易误解的地方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一次对好几千条路线做检验，就算数据全是噪声，也会有一百多条「看起来显著」。这是几率问题，不是发现——所以一律只看校正后的数值。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还有一个陷阱：路线的名字不等于它的内容。人参另一条显著的路线叫「化学致癌物受体活化」，听起来像癌症通路，实际命中的却是肝脏代谢酵素。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数据源：KEGG PATHWAY、Reactome　·　统计方法：超几何检验 + Benjamini–Hochberg FDR 校正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站　名词详解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细胞验证：关掉这个基因，癌细胞活不活得下去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8F0F2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4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Cell line validation / Gene dependency（细胞株验证、基因依赖性）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拿真实的癌细胞株实验数据，检查「把这个靶点的基因关掉之后，癌细胞是不是真的活不下去」。前面五站都是数据库的关联推论，这一站第一次接上实际的细胞实验结果。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数据长什么样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24Q2 Public：1,208 株癌细胞、1,239 个基因、130,865 笔依赖配对。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人参的 118 个靶点里，105 个在 DepMap 查得到数据，扣掉 2 个泛必需基因后，有 70 个呈现选择性依赖。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这一站在做什么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先扣掉泛必需基因（common essential）——那 96 个基因占了全部依赖配对的 71.1%，是「细胞活着就需要」的基因。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不先扣掉，排出来的是必需性，不是选择性。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扣掉后人参最强的是 BCL2（效应 −2.62）。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最容易误解的地方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这不是「人参能治这些癌」。这张表只说明：TCMSP 把这些成分注记为作用于这些靶点，而这些靶点在那些细胞株上是选择性依赖。两件事之间还缺实际的结合与活性验证。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可以说的是另一件事：平台在未被告知的情况下，独立重现了 BCL2、ERG、AR 这几组教科书等级的已知依赖关系——这是整条链路目前最强的外部效度证据。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数据源：DepMap 24Q2 Public（CC BY 4.0，引用时须标注发布版本）　·　GDSC 因授权条款限制未纳入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206240" cy="42062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实际操作示范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从一则新闻里的两个字，走到一份可以拿去验证的名单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以下七张都是系统实机画面（2026-09-15 的数据）。整段操作只需要四次点击，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不需要打任何一行程序，也不需要事先知道乳癌跟哪些蛋白质有关。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步骤 1／7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起点：一则新闻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2026/9/15 的每日重点新闻里，有一篇关于乳癌的中成药文献研究。系统会自动标出文章里出现、而且平台已收录的数据元——中药名称、蛋白质、靶点、分子、疾病，标成可点击的标签。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35024" y="1426464"/>
            <a:ext cx="9491472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481328"/>
            <a:ext cx="9381744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步骤 2／7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点一下标签，反向查出整组关联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点「疾病：乳癌」直接打开 TCMSP 疾病关联查找站。系统自动带出：乳癌有 16 个蛋白质靶点、3,911 种相关成分、498 味相关中药，并附上 ICD9（174、175）与 ICD10（C50）国际疾病代码。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1426464"/>
            <a:ext cx="10268712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81328"/>
            <a:ext cx="10158984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步骤 3／7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全部展开是这个样子——看不出东西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16 个靶点连同底下的成分与药材一次画出来，就是这张图。这不是系统做坏了，而是真实的数据量：一个疾病牵涉的关联本来就这么密，这也正是为什么需要下一步的筛选。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" y="1426464"/>
            <a:ext cx="11173968" cy="4626864"/>
          </a:xfrm>
          <a:prstGeom prst="roundRect">
            <a:avLst>
              <a:gd name="adj" fmla="val 1581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11064240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步骤 4／7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只留下想看的三个靶点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左侧清单可逐一勾选。这里只留下 G1/S-specific cyclin D1、Dual specificity MAP kinase kinase 1、C-X-C chemokine receptor type 4 三个靶点，上方数字立刻跟着缩成 3 个靶点、7 种成分、18 味药材。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89888" y="1426464"/>
            <a:ext cx="9381744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481328"/>
            <a:ext cx="9272016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步骤 5／7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同一张图，现在读得懂了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中间红色是乳癌，绿色是三个靶点，蓝色是成分，黄色是药材。每一条线都是一笔有出处的关联，没有任何一条是系统自己补的。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9344" y="1426464"/>
            <a:ext cx="8933688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481328"/>
            <a:ext cx="8823960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步骤 6／7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放大之后，一个成分背后有八味药材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图可以放大逐一查看。例如成分 FMT 一个节点，连出去是斑蝥、蒲黄、玉米须、桑椹、麻黄、百部、竹沥、白果八味药材——这份清单可以直接交给研究人员做后续查证。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4712" y="1426464"/>
            <a:ext cx="9912096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481328"/>
            <a:ext cx="9802368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步骤 7／7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换个方向：一味药材的分子，逐笔摊开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以人参为例：190 个全部成分、22 个活性成分、17 个已完成结构标准化（77.3%），SMILES／CAS／InChIKey 各 17 笔，ADME 缺值 0 笔。下方逐笔列出每个分子的编号、OB、DL、分子量与国际编号。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" y="1426464"/>
            <a:ext cx="10222992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481328"/>
            <a:ext cx="10113264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实际操作示范　小结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这段示范证明了什么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470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次点击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从新闻里的一个词，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到一份具体的药材名单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34840" y="18470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不需要写查找语法，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也不需要事先懂生物信息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83880" y="18470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图上每一条线都能点回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原始数据库的那一笔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1879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手工做同样一件事，要开四、五个网站、逐一比对名称，一个人一味药就要好几个月——而且每个人比对出来的结果还不一定一样。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193792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53492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但要说清楚这段示范没有证明什么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它没有证明那八味药材对乳癌有效。画面上的每一条线都是「公开数据库记载过这个关联」，不是疗效。这份名单的用途是让研究人员知道「该先去查证哪几个」，把范围从几百味缩到个位数。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这次完成的五项功能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11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新闻管理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8379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每天自动追踪 10 个权威官方网站，用证据可信度排序，不是用热度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724912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797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可编码蛋白区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706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把「这个基因跟癌症有关」升级成「是哪个疾病、证据多强」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593592"/>
            <a:ext cx="457200" cy="45720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通路富集分析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5753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从一份靶点名单，进到「这些蛋白集中在哪条生产线」的机转假说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457200" cy="45720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517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靶点标准化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4439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统一蛋白质的名字，让比对率从 2.6% 提升到 18.0%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330952"/>
            <a:ext cx="457200" cy="45720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385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76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成分标准化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53126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替中药成分补上化学结构与国际编码，才能跟外部数据库对帐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这五项不是各自独立的功能，而是同一条流程上前后相扣的五步。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运行进程　导读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一味人参，实际被拆成什么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8992" y="2770632"/>
            <a:ext cx="585216" cy="585216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85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herb_id 336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个成分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V="1">
            <a:off x="1664208" y="1874520"/>
            <a:ext cx="3255264" cy="1188720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9472" y="1773936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93792" y="16824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beta-sitosterol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193792" y="18928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222284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V="1">
            <a:off x="1664208" y="2532888"/>
            <a:ext cx="3255264" cy="530352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2432304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93792" y="23408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kaempferol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551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5280863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063240"/>
            <a:ext cx="3255264" cy="128016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3090672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93792" y="2999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Stigmasterol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2095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5280794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64208" y="3063240"/>
            <a:ext cx="3255264" cy="786384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3749040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93792" y="3657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Fumarine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93792" y="38679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4970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64208" y="3063240"/>
            <a:ext cx="3255264" cy="1444752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4407408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93792" y="43159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Inermin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4526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91510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919472" y="5230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 共 22 个活性成分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7772400" y="2286000"/>
            <a:ext cx="1554480" cy="905256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2194560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82912" y="2157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BCL2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flipV="1">
            <a:off x="7772400" y="3063240"/>
            <a:ext cx="1554480" cy="128016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0" y="2971800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58291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3191256"/>
            <a:ext cx="1554480" cy="649224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26880" y="3749040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582912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PTGS2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Stigmasterol 为例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 共 118 个靶点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药材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成分（分子）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靶点（蛋白质）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接下来四页说明：这些分子的结构怎么查出来的、蛋白质的名字怎么统一的、怎么判断它们集中在哪条通路，以及基因那一侧比对了哪些数据库。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运行进程　1／4　PubChem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成分标准化：怎么把一个名字变成一个结构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取名称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成分名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（英文原名）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原名精确查找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 PubChem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名称查 CID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清理后再查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去掉噪声字符串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再查一次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取回结构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SMILES／InChIKey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CAS／分子量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分子量对帐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TCMSP 自存的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分子量比对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分流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自动采用／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待确认／否决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比对的数据库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PUG REST（pubchem.ncbi.nlm.nih.gov）— 美国 NCBI，全球最大的公开化合物数据库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取回的字段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CanonicalSMILES、IsomericSMILES、InChIKey、MolecularFormula、MolecularWeight、IUPACName，另抓同义词清单以截取 CAS 号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独立的验算依据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自己存了分子量，所以每一笔解析都有外部证据可验——这是本功能与靶点标准化最大的差别。容许值 0.5 道尔顿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差值怎么判读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1.008 ＝ 一个质子（酸式／阴离子式）　18.015 ＝ 水合物　162.14 己糖／146.14 去氧己糖／132.12 戊糖（最多四个）＝ 糖基差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分流规则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名称单一命中且分子量相符 → 自动采用；分子量不符或名称命中多笔 → 一律待确认，不自动采用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为什么「名称对上」不能算成功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3035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同名异物、盐类与游离态、水合物、糖苷与苷元，这几种情况名称都会对上，但拿回来的是另一个分子。画面上一切正常，只有分子量会露馅——全库扫描找出 81 笔这类错误，其中 75 笔（93%）名称以 _qt 结尾，而且 80:1 全都是 PubChem 那边比较重。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目前成果：人参 17／22（77.3%），全库 49.5%　·　⚠️ PubChem 从开发沙箱连不到，解析一律在正式环境运行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运行进程　2／4　UniProt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靶点标准化：把全名翻译成国际代号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取蛋白全名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1,751 个靶点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1,573 个带空白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第 1 级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精确名称查找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 1.0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第 2 级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拆词 AND 查找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 0.8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CEEEA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第 3 级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全文查找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 0.5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分流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1、2 级单一命中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自动采用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顺手取通路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与 Reactome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交叉引用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比对的数据库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REST（rest.uniprot.org）— 由 EMBL-EBI、瑞士生物信息研究所、美国蛋白质信息资源中心共同维护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对到什么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登录号（AR → P10275、TP53 → P04637、AKT1 → P31749）与基因符号，含同义词（NR3C4 也要对得到 AR）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级为何不自动采用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全文命中只代表「那个条目的内文提到这串字」，不代表是同一个蛋白。一个错误映射会污染下游每一次分析，而且错误会被当成结论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刻意不做的事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不剥除名称结尾的数字——Prostaglandin G/H synthase 1 与 2 是 PTGS1 与 PTGS2 两个不同的基因，剥掉尾数两者就互相污染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顺手拿到的东西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解析时一并存下 kegg_id（hsa:367）与 reactome_ids（R-HSA-383280），1,751 个靶点里 1,258 个有 KEGG 交叉引用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标准化前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癌症基因比对率 2.6%（32／1,245）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AR、TP53、EGFR 明明都在库里，全部比不到，而且画面不会报错，只会显示「没有关联」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49224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标准化后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癌症基因比对率 18.0%（224／1,245），提升 7 倍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蛋白质解析覆盖率 72.2%（1,265／1,751），连接失败 0 笔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比对逻辑集中在 app/target_index.py 一支文件：原本有八个地方各写一次，漏改一处就会出现「查找站说有、统计说没有」的自相矛盾画面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运行进程　3／4　KEGG／Reactome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通路富集分析：怎么判断「集中」不是巧合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整包下载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基因→通路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Reactome 通路清单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转成基因符号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 tar_id 计算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避免重复计入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数命中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这条通路被打中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几个基因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超几何检验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算出这个集中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有多不寻常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FDR 校正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Benjamini–Hochberg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多重检验校正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依 q 值排序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画面只呈现 q 值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不呈现 p 值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比对的数据库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PATHWAY（rest.kegg.jp，日本京都大学）与 Reactome（reactome.org，欧洲生物信息研究所等单位）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输入从哪来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上一站顺手存下的 1,258 笔 UniProt 交叉引用。KEGG 给的是基因 ID（hsa:367），还要另外抓基因→通路对应表；Reactome 直接给通路 ID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为什么整包下载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次请求 vs 1,751 次请求的差别。两个来源分开同步，Reactome 的档数十 MB，抓失败不该把已成功的 KEGG 一起拖下水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背景基因数从哪取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一律取自 KEGG／Reactome 本身。拿自己手上的靶点当母体是循环论证，会让每一条通路看起来都显著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两种母体要标示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genome（学界惯例，但 TCMSP 偏向可成药蛋白，信号与代谢通路会被系统性高估）／tcmsp（消掉偏差、适合比较药材）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为什么一定要做 FDR 校正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一次对数千条通路检验，就算数据全是噪音，在 p&lt;0.05 这条线下也会出现一百多条「显著」。不校正等于在量产假发现。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49224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数学怎么验的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值算错不会有任何征兆，它一样给你一个看起来合理的数字。所以测试用精确有理数运算当对照组（完全不同的算法），七组参数最大误差 7.8e-13。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人参实测：细胞凋亡通路 hsa04215，命中 6／32、19.2 倍、q = 4.91e-6　·　不引入 scipy，超几何几率以 lgamma 在对数空间求和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基因体的比例　名词厘清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亿碱基对里，这个模块在看哪一块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67712"/>
            <a:ext cx="11064240" cy="548640"/>
          </a:xfrm>
          <a:prstGeom prst="rect">
            <a:avLst/>
          </a:prstGeom>
          <a:solidFill>
            <a:srgbClr val="D9D3E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67712"/>
            <a:ext cx="221285" cy="548640"/>
          </a:xfrm>
          <a:prstGeom prst="rect">
            <a:avLst/>
          </a:prstGeom>
          <a:solidFill>
            <a:srgbClr val="C99A3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67712"/>
            <a:ext cx="110642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9C2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264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人类基因体　约 30 亿个碱基对（3.1 Gb），以下按真实比例绘制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9282" y="2048256"/>
            <a:ext cx="914" cy="219456"/>
          </a:xfrm>
          <a:prstGeom prst="line">
            <a:avLst/>
          </a:prstGeom>
          <a:noFill/>
          <a:ln w="15240">
            <a:solidFill>
              <a:srgbClr val="C99A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可编码蛋白区　约 1～2% ↓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404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非编码区　约 98%　（文献称 dark genome，暗黑基因「体」）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0906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可编码蛋白区（1～2%）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4015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真正被转译成蛋白质的那一段。人体约 2 万个蛋白编码基因都在这里——平台这个模块的名字就是这样来的。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297180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1EBF8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44568" y="30906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非编码区（98%）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34015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不产出蛋白质，但藏着大量调控组件，决定哪些基因在什么时候打开。曾被误称为「垃圾 DNA」。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297180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11896" y="30906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GenCC（不占 DNA 比例）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3401568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它是一个数据库，不是一段 DNA。内容是专家小组对「某个基因与某个疾病有没有因果关系」的审查结论。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754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最容易混淆的一点：有两个「暗黑」，不是同一个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6577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暗黑基因体（dark genome）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那 98% 的非编码区，讲的是「基因体里不产生蛋白质的部分」。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暗黑基因（dark genes／understudied genes）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少有人研究的基因，讲的是「研究关注度」，它们就在那 1～2% 的编码区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里面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。本平台的模块是后者——数据取自 OncoKB 的癌症基因清单 1,245 个，全部是蛋白编码基因。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数据源：NIH NIGMS「Genetics by the Numbers」、UCSF「The Mysterious 98%: Scientists Look to Shine Light on Our Dark Genome」（2017）、NIH NCATS Illuminating the Druggable Genome（IDG）计划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运行进程　4／4　OncoKB／GenCC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可编码蛋白区：基因那一侧比对了什么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导入癌症基因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清单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1,245 个基因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导入疾病断言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GenCC 约 3 万笔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基因–疾病关联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增量更新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依基因符号／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sgc_id 逐笔更新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比对靶点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走同一支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target_index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回写统计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重算「有无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中药靶点」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查找站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搜索驱动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不预载清单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比对的数据库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OncoKB（美国纪念斯隆凯特琳癌症中心）的癌症基因清单，与 GenCC（Gene Curation Coalition，汇整 ClinGen、PanelApp 等专家审查小组的结论）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两者差在哪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是一份名单：这个基因跟癌症有关，但不说是哪一种病、证据多强。GenCC 每一笔同时带基因与特定疾病，还附信心等级与遗传模式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比对的键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基因符号（HUGO Symbol）。这条路径要能通，前提是靶点那侧已经标准化——所以先做 UniProt，效益才会回馈到这里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为何用增量更新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不清空重建。这两张表之后会有人通过后台手动补中文名称，清空重建会把手动数据一起洗掉（TCMSP 导入才是先清空再导入）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前端为何搜索驱动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暗黑基因只有 1,245 笔可以一次送到浏览器；GenCC 三万笔这样做会严重卡顿，所以改成输入关键字才查，且等 0.35 秒才送出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用一个比喻说明两者的分工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3035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暗黑基因像一份「可疑人物名单」——告诉你这些人跟案子有关。GenCC 则像一份份「案件卷宗」——这个人涉入的是哪一桩案子、证据等级是确凿还是有限、关系是直接还是间接。前者帮你缩小范围，后者才能拿来论证。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这个模块补上第 4 站「疾病」的另一半：中药数据库自带的疾病关联偏重传统文献记载，GenCC 补上的是经国际专家小组审查的基因–疾病因果判定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运行进程　总表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这四个功能，一共接了哪些外部数据库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384048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营运单位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用在哪一步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比对的键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取得方式与条件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460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3911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2039112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 NCBI（隶属 NIH）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39112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成分标准化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039112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化合物名称 → CID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039112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逐笔查 REST API；免费公开，每秒上限 5 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46020"/>
            <a:ext cx="11064240" cy="48920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3522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2831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2528316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EMBL-EBI ＋ 瑞士生资所 ＋ 美国 PIR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528316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靶点标准化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528316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蛋白名称 → 登录号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528316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逐笔查 REST API；免费，CC BY 4.0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42442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017520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3017520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日本京都大学 Kanehisa Labs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017520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通路富集分析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017520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 ID → 通路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017520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整包下载；学术免费，商业另有授权规定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424428"/>
            <a:ext cx="11064240" cy="48920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9136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506724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Reactome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057400" y="3506724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OICR ＋ EMBL-EBI ＋ 纽约大学等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3506724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通路富集分析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3506724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 ID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506724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整包下载（数十 MB）；完全开放 CC0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40283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995928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057400" y="3995928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美国纪念斯隆凯特琳癌症中心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3995928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可编码蛋白区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263640" y="3995928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基因符号（HUGO）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95928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导入，1,245 个癌症基因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402836"/>
            <a:ext cx="11064240" cy="48920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4892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448513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GenCC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2057400" y="4485132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ClinGen、PanelApp 等专家小组的汇整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663440" y="4485132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可编码蛋白区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4485132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 ＋ 疾病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485132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官网 CSV 导入，约 3 万笔断言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38124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" y="497433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2057400" y="4974336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 Broad Institute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663440" y="4974336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细胞株验证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263640" y="4974336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 → 依赖分数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229600" y="4974336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整包下载 24Q2 Public；CC BY 4.0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5486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22960" y="56235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两件关于授权的事，现在就要记着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822960" y="5916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GDSC（药物敏感性数据库）已因授权条款排除，理由是它禁止与其他数据组合后用于商业服务。KEGG 的条款建议比照办理：学术使用免费，但平台若走向商业服务需事先确认。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新闻管理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为什么不能照「热门程度」追新闻？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同一天可能出现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一篇严谨的大型临床试验报告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以及一篇只做了细胞实验、却被写成「抗癌新突破」的新闻稿。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而后者在网络上传播得快得多。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更容易被埋没的一类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957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中药与化疗药物的交互作用警讯。例如某种中药会影响肝脏代谢酵素，让化疗药在体内浓度变高或变低。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这对正在治疗的病人非常重要，却几乎没有新闻热度。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7365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所以这个功能的目标不是「新闻聚合」，而是——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用证据可信度来排序的情报监测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新闻管理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排序看的是证据，不是热度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56816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时效性的权重最低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新不代表可信。这是刻意的设计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2889504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35240" y="2807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安全信号额外加分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127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交互作用、肝肾毒性一律优先上版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3822192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35240" y="3739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临床前研究自动降分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细胞与动物实验标注「不可推论至病患层级」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4754880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4672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单一来源每天最多 4 篇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9926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避免数据量大的来源洗版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新闻管理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固定追踪的 10 个权威官方网站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挑选标准不是「哪个讲中药抗癌讲得最好」，而是机构权威性、数据可追溯性与安全信息的重要性。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全球政策与美国癌症研究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传统医学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世界卫生组织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美国国家癌症研究所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OCCAM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补充替代医学办公室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4456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天然物研究、文献与试验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美国国家补充与集成健康中心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美国国家医学图书馆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美国国家医学图书馆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9360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癌症中心与中国官方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集成医学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纪念斯隆凯特琳癌症中心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About Herbs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集成医学团队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中国卫健委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中国中央政府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93608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中国中医药管理局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中国中央政府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3949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共同前提：这些来源是用来「查证」的，不是用来找答案的。政策支持不等于疗效验证，论文被收录不代表结论正确，试验登录不等于有效。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可编码蛋白区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从「可疑人物名单」到「案件卷宗」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原本：暗黑基因清单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个癌症相关基因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像一份「可疑人物名单」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只告诉你这个基因跟癌症有关，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不告诉你是哪一种疾病、证据有多强。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3EDF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补上：可编码蛋白区（GenCC）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957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30,000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笔「基因 → 疾病」判定，是前者的 20～30 倍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520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像一份份「案件卷宗」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这个基因涉入哪一桩疾病、证据等级是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「确凿」还是「有限」、遗传模式为何。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数据由 ClinGen、PanelApp 等国际专家小组审查后汇整。前者帮你缩小范围，后者才能拿来论证。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靶点标准化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一边写本名，一边写绰号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中药数据库记录的是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 receptor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（雄激素受体．蛋白质全名）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2940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0372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其他功能拿去比对的是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（基因代号）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「Androgen receptor」这串字里，永远不会出现「AR」——结果是一个都对不上。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5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最危险的地方：它不会报错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1947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画面不会显示「比对失败」，只会显示「没有关联」——看起来就像一个研究结论。在修好之前，平台上三个已经在用的功能，输出结果都带着这个没被发现的系统性误差。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靶点标准化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修好之后，比对率提升 7 倍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9202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蛋白质名称解析覆盖率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3044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3090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顺手取得的通路对照数据，直接成为下一步的输入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4123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个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41696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既有功能的准确度同时提升，而且都不用改写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 18% 而不是 100%？这已经接近真实上限——中药数据库收录的蛋白质偏向「容易被药物作用」的那一类，而癌症基因清单里有大量目前根本无法用药物作用的基因。硬追反而会制造假关联。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重点不是打到几个点，是这些点在哪里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常见的说法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「本方命中 200 个靶点」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听起来很厉害，但在药理学上，命中数多通常是坏消息——代表这个成分到处乱碰，选择性差、副作用风险高。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该问的问题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这些点集中在哪条路在线？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个点散落各处可能只是随机；若其中 6 个全部落在同一条生产在线，那才像是有目的。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统计上最重要的一条规矩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一次对好几千条路线做检验，就算数据全部是噪声，也会有一百多条「看起来显著」。这是几率问题，不是发现。所以平台一律看校正后的数值，不看原始数值——不校正等于在量产假发现。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人参的分析结果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 倍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人参的活性成分，作用目标明显集中在「细胞凋亡」这条路在线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通过严格校正，且与人参皂苷的既有文献一致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同时也发现安全信号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另一条显著的路线是肝脏代谢酵素，指向人参可能影响化疗药物的代谢速度。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对癌症病人来说，这个信息的实际意义不低于抗肿瘤机转。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4480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两个必须说清楚的限制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凋亡与 p53 两条路线的命中基因有五个完全相同，这是同一个发现被算进两条定义，不是两项独立证据。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「化学致癌物受体活化」听起来像癌症通路，实际命中的是肝脏代谢酵素——绝不能写成「人参作用于癌症通路」。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只有菜名，没有条码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中药数据库里的成分只有名字，没有化学结构——没有结构式、没有国际编码、没有登记号。就像一份食材清单只写了菜名，没办法跟任何库存系统对帐。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这一步有一个独门的验算方法：分子量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中药数据库本身就记录了每个成分的分子量。所以每查到一笔结果，都可以拿分子量去核对——两边名字一样但分子量对不上，就代表查到的很可能是另一个化合物。这种一律送人工确认，绝不自动采用。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443484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617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为什么这道验算这么重要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「名字对上就当作成功」是这类工作最容易犯、也最难发现的错。画面上一切正常，只是那个化学结构属于别的分子——而后续每一次分析都会照样跑得动，不会有任何地方报错。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成分标准化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人参：190 种成分中筛出的 22 种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929384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76672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种已完成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76672" y="21396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结构式、登记号、国际编码三者齐备，可进入细胞株验证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279806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76672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种是苷元误配（待确认）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76672" y="30083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分子量刚好差 1 个或 2 个葡萄糖单位（162.14）——查到的是带糖的完整分子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366674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76672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种只差一个氢（待确认）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76672" y="38770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花生四烯酸的酸式与阴离子式，其实是同一个化合物，可直接确认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4535424"/>
            <a:ext cx="182880" cy="18288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76672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种查无结果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76672" y="474573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需改用化学登记号等第二种方式查找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83480" y="53492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57800" y="55321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要诚实说明的一点：人参最有名的人参皂苷，大多不在这 22 种里——它们分子太大、口服吸收率低，第一道门槛就被刷掉了。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一条贯穿五项功能的教训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程序跑得动、数字合理、画面正常——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但比较的基准选错了，它回答的是另一个问题。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靶点比对失败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显示成「没有关联」，看起来像研究结论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通路不做校正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每一条路线都会显著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覆盖率分母错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进度永远不会归零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06256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07424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名称后缀被剥掉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会「成功地」查到另一个化合物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对一个科研平台来说，一个「不会报错」的错误，代价远高于一次明显的当机——因为分析结果会被当成研究依据引用。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后续重点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接下来的五件事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 81 笔错误的分子对应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8196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数据风险，不是进度。必须在清理待确认队列之前完成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38912" cy="438912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24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33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细胞株验证的画面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数据与分析都完成了，但用户还看不到第 6 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38912" cy="438912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753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成分与蛋白质关联的来源分层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有一群基因同时出现在两站，指向原始数据可能有系统性偏差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438912" cy="43891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256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人参补齐到 22 种全数完成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370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改用化学登记号做第二层查找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438912" cy="438912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760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文献证据分级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5221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流程中唯一还没开始的一站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035040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61813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本平台为科研辅助工具。所有分析结果为公开数据库的统计关联，不作为医疗诊断或治疗建议。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中藥腫瘤篩選平台　開發進度說明</dc:title>
  <dc:subject>PptxGenJS Presentation</dc:subject>
  <dc:creator>中藥腫瘤篩選平台</dc:creator>
  <cp:lastModifiedBy>中藥腫瘤篩選平台</cp:lastModifiedBy>
  <cp:revision>1</cp:revision>
  <dcterms:created xsi:type="dcterms:W3CDTF">2026-09-16T01:40:12Z</dcterms:created>
  <dcterms:modified xsi:type="dcterms:W3CDTF">2026-09-16T01:40:12Z</dcterms:modified>
</cp:coreProperties>
</file>