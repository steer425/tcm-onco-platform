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对象为不默认医学或信息背景的读者。全篇共九节，对应同名 Word 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两篇新闻都没有提到「暗黑基因」——那是平台模块的名称，不是新闻内容。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亿 bp（单套）／62 亿 bp（双套，真实细胞）／23 对染色体／约 2 万个蛋白编码基因／3 个碱基 = 1 个氨基酸。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平台的操作层级是「分子 ↔ 蛋白质 ↔ 细胞」三层，不处理组织与器官层级，也不做临床判读。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2024/5 纳入健保涵盖 19 种癌别；2024/12 再纳 7 类单基因检测；2026/9 扩大癌别。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真正在处理那 98% 的是 AlphaGenome 这类非编码区预测模型，本平台尚未串接，卡在授权厘清而非技术。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GenCC 全名 The Gene Curation Coalition，官网 https://thegencc.org/，汇整 ClinGen、PanelApp 等专家审查小组的结论。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DepMap 24Q2 Public：1,208 株细胞、1,239 个基因、130,865 笔依赖配对。要先扣掉 96 个泛必需基因（占 71.1% 配对）。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建议开发顺序：① VCF 解析器 ② PDF 字段截取 ③ 导入时自动套用质量过滤并显示刷掉了什么。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PTEN 实跑：命中 1 个 TCMSP 靶点 TAR04620，带出 339 种候选药材。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所有数值取自 PubChem CID 11092 条目，2026-09-17 实查。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PubChem 条目本身也注明 Paeonia × suffruticosa root（牡丹皮），与平台的关联一致。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「候选药材 339 种」不是「339 种药对 PTEN 有效」——TCMSP 的成分–靶点关联有相当比例来自分子对接预测。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DeepVariant：Poplin et al., A universal SNP and small-indel variant caller using deep neural networks, Nature Biotechnology 2018。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全篇结束。对应的 Word 文档含更完整的表格与出处清单。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754880" cy="475488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17320"/>
            <a:ext cx="237744" cy="237744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1417320"/>
            <a:ext cx="237744" cy="237744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417320"/>
            <a:ext cx="237744" cy="237744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1417320"/>
            <a:ext cx="237744" cy="237744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417320"/>
            <a:ext cx="237744" cy="237744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健保 NGS 扩大给付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与本平台如何从基因报告走到中药分子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剪报与延伸说明　—　从一个碱基对，走到一味药材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 17 日　｜　数据源：联合报／中央社、PubChem、UniProt、OncoKB、GenCC、DepMap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5779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科研辅助工具　·　不作为医疗诊断或治疗建议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剪报：两则新闻讲的是同一件事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819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158191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标题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42432" y="15819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71232" y="15819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65960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084832" y="1965960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健保 NGS 扩大适用癌别 9 月上路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拟再增液态切片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742432" y="1965960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联合新闻网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（中央社）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571232" y="1965960"/>
            <a:ext cx="3968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月起扩大 NGS 适用范围，约 5,100 名癌友受惠，挹注 1 亿元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11064240" cy="713232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2841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7919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2026-09-14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084832" y="2679192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纳健保给付扩大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 5100 癌友受惠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742432" y="2679192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联合报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周佑政、李树人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571232" y="2679192"/>
            <a:ext cx="3968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2024/5 纳入涵盖 19 种癌别，2024/12 再纳 7 类单基因，2026/9 扩大癌别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337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这次添加的检测项目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乳癌早期：BRCA1／BRCA2　·　乳癌局部晚期或转移性：PIK3CA、AKT1、PTEN　·　卵巢癌等：HRD（同源重组修复缺失）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041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每年新确诊癌症约 12 万多人　·　癌症筛检经费由 28 亿提高至 68 亿元　·　癌症新药基金累计 100 亿元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为什么这份剪报接得上本平台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193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新闻添加的三个乳癌标记里，PTEN 正好也在本平台的暗黑基因清单里。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一份健保给付的 NGS 报告验出 PTEN，这个基因符号就能直接接进平台既有的比对链路。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第一节　DNA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的基本组成：四个字母、两种配对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磷酸基团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把一个核苷酸接到下一个，串成骨架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53619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1664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脱氧核糖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五碳糖，骨架的另一半。DNA 的「脱氧」就是指这个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53619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38160" y="1664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含氮碱基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真正携带信息的部分，只有四种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88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核苷酸（nucleotide）＝ DNA 的最小单位，由三个部分组成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20040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代号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19072" y="320040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32004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42432" y="320040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配对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320040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0448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58444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719072" y="35844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腺嘌呤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358444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Adenine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742432" y="35844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205472" y="358444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A–T 之间形成 2 个氢键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04488"/>
            <a:ext cx="11064240" cy="38404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28853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3968496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719072" y="396849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胸腺嘧啶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396849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Thymine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742432" y="39684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3968496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672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" y="435254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719072" y="43525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鸟嘌呤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547872" y="435254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Guanine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742432" y="43525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205472" y="4352544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G–C 之间形成 3 个氢键，较稳固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672584"/>
            <a:ext cx="11064240" cy="38404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505663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" y="473659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719072" y="473659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胞嘧啶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547872" y="47365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Cytosine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742432" y="47365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205472" y="473659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「碱基对（base pair, bp）」就是这里来的：因为配对固定，只要知道一条链，另一条就完全确定——这正是细胞能复制 DNA、测序仪能读出序列的根本原因。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第二节　pathway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 DNA 到器官：一条由下往上的生产线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737360"/>
            <a:ext cx="320040" cy="32004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2316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737360"/>
            <a:ext cx="320040" cy="32004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0896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mRNA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4340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737360"/>
            <a:ext cx="320040" cy="32004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蛋白质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6364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737360"/>
            <a:ext cx="320040" cy="32004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细胞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建构与操作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18388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69680" y="1737360"/>
            <a:ext cx="320040" cy="32004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6968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组织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聚集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10412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789920" y="1737360"/>
            <a:ext cx="320040" cy="32004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78992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10412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器官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10412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1546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32826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顺序上最常被讲反的一句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35935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常见说法是「DNA → 形成细胞 → 形成蛋白质」，但因果是反过来的：先有蛋白质，才有细胞的结构与功能。细胞本身是上一个细胞分裂来的，DNA 在细胞里做的事是制造蛋白质。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1792" y="44805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2450592" y="44805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出了什么事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291072" y="448056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PTEN 为例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16636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1792" y="486460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450592" y="486460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一个碱基被换掉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291072" y="486460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号染色体上 PTEN 出现变异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51" name="Shape 49"/>
          <p:cNvSpPr/>
          <p:nvPr/>
        </p:nvSpPr>
        <p:spPr>
          <a:xfrm>
            <a:off x="548640" y="55321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21792" y="5230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2450592" y="523036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折叠错误或做不出来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91072" y="523036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蛋白失去磷酸酶功能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589788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1792" y="559612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2450592" y="559612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该关的信号关不掉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291072" y="559612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PI3K／AKT 一直开着，煞车失灵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60" name="Shape 58"/>
          <p:cNvSpPr/>
          <p:nvPr/>
        </p:nvSpPr>
        <p:spPr>
          <a:xfrm>
            <a:off x="548640" y="6263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1792" y="596188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 → 器官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2450592" y="596188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细胞不受控增生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291072" y="596188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形成肿瘤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第三节　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什么是 NGS：从一次验一个，变成一次验几百个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999232" y="16002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传统单基因检测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05472" y="160020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NGS（下一代基因测序）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8424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一次验几个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1984248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个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984248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数十到数百个；全基因组测序则是全部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5409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55117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怎么决定验什么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2551176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医师先猜一个方向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205472" y="2551176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一次全验，事后再从结果里挑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2102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11810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猜错的代价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999232" y="3118104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要重来、重抽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118104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大幅降低，但多出「一堆看不懂的变异」的新问题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9F1F8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液态切片 liquid biopsy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60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不用开刀取肿瘤组织，改成抽血，从血液里漂浮的肿瘤 DNA 测序。新闻说「拟积极研拟扩大」，代表目前还不在给付范围内。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3796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精准医疗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160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新闻的说法是「协助临床医师制定个人化治疗、精准投药」。白话就是先看肿瘤带什么变异，再决定用哪个药。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5385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NGS 是检测，不是治疗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6967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它产出的是一份变异清单，清单本身不会告诉你该吃什么。从清单到治疗决策中间还有医师判读、药证、给付条件——那一段不在本平台范围内。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第四节　名词正本清源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有两个「暗黑」，而且都不是可编码蛋白区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633472" y="1600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可编码蛋白区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6002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genome（暗黑基因组）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034272" y="16002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genes（暗黑基因）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19842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protein-coding region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19842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region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034272" y="19842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understudied genes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414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占基因组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633472" y="24414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1～2%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4414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98%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034272" y="24414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没有固定占比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98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指什么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33472" y="28986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会被翻译成蛋白质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8986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不产生蛋白质，含调控组件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034272" y="28986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少有人研究的基因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3558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63347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3558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编码区以外的全部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034272" y="33558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就在那 1～2% 里面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8130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平台用的是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33472" y="38130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GenCC 模块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8130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尚未处理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034272" y="38130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OncoKB 模块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4242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「dark genome 为什么称为可编码蛋白区」——这个问题的前提是反的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4553712"/>
            <a:ext cx="10515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两者指的是完全相反的区域，加起来才是 100%。平台的「暗黑基因」（OncoKB）与「可编码蛋白区」（GenCC）两个模块，看的其实都是同一块 1～2% 的编码区，只是问的问题不同。两者都不是在看 dark genome 那 98%。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一句话记法：dark genome 是「黑暗的区域」，dark genes 是「被冷落的基因」。前者暗在不知道它在做什么，后者暗在没人去研究它。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第四节　数据源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OncoKB：全名、营运单位与网址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EBF8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OncoKB™ — MSK’s Precision Oncology Knowledge Base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4825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Onco（肿瘤）＋ KB（Knowledge Base，知识库）　·　中文可译为「MSK 精准肿瘤学知识库」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7889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788920"/>
            <a:ext cx="85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1729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营运单位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3172968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 Sloan Kettering Cancer Center（MSK，美国纪念斯隆凯特琳癌症中心）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11064240" cy="42062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95020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9359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官方网址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3593592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https://www.oncokb.org/　（癌症基因清单：https://www.oncokb.org/cancer-genes）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401421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特殊地位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999232" y="4014216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FDA-Recognized Human Genetic Variant Database（经美国 FDA 认可，范围限于网站明确标示的内容）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11064240" cy="42062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79145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44348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清单依据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999232" y="4434840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各家测序 panel、Sanger Cancer Gene Census、Vogelstein 等人 2013 年论文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485546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证据分级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999232" y="4855464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已有 FDA 核准药物／2 标准治疗／3 临床证据／4 生物学证据／R1-R2 抗药性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064240" cy="42062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563270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52760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引用方式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999232" y="5276088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Suehnholz et al., Cancer Discovery 2024；Chakravarty et al., JCO PO 2017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22960" y="56144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平台的 1,245 是旧快照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9253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2026-09-17 实查官网，Cancer Gene List 已是 1,246 个基因（v7.5，最后更新 2026-08-28）。这份清单会持续增补，平台需要定期重新导入——否则新基因查不到，而且画面不会报错，只会显示「没有比对到」。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如何从 NGS 报告中找到暗黑基因与肿瘤细胞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质量过滤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剔掉 qc fail、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深度与比例太低的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85923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05379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9387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取基因符号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69387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只留 gene_symbol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42662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62118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6126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比对 OncoKB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26126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1,245 个癌症基因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命中即为暗黑基因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099402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8858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2866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查 GenCC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82866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是哪一种疾病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证据多强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56141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75597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FBF4E6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39605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查 DepMap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39605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哪些癌细胞系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依赖这个基因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" y="28346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报告字段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816352" y="28346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例子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2834640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321868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 / position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816352" y="321868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89692905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828032" y="321868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在第几号染色体的第几个位置。PTEN 在第 10 号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88620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" y="358444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/ alt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816352" y="358444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828032" y="358444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参考基因组原本是 C，这个人是 T——变异就是这样定义的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39502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gene_symbol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816352" y="395020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828032" y="395020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这是接进本平台的唯一钥匙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6177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1792" y="431596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/ allele_fraction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2816352" y="431596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/ 0.42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828032" y="431596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读了几次、带变异的比例。肿瘤检体常在 0.05～0.5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98348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" y="468172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qc_status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816352" y="468172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828032" y="468172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品管没过的不该往下送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822960" y="51572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肿瘤细胞这一段最常被误解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" y="5468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报告里没有「肿瘤细胞系」这种东西。报告给的是变异，不是细胞。正确说法是：拿命中的基因符号去 DepMap 查「哪些癌细胞系把这个基因关掉之后活不下去」——那是另一个数据库的另一份实验数据。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第六节　实际操作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如何从本系统导入 NGS 报告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36192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96512" y="16002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做什么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28432" y="1600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19842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病患管理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096512" y="1984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创建病患基本数据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28432" y="19842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导入批量一定要挂在病患底下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414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数据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2441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添加检体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28432" y="24414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选填，但多次检测靠它分辨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986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536192" y="28986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数据 → 上传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096512" y="28986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 CSV，填批量编号、平台、panel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28986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批量编号不可重复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3558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536192" y="33558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 → 变异清单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096512" y="33558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逐笔看变异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02843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命中暗黑基因的会被标记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8130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536192" y="38130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病患暗黑基因摘要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096512" y="38130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跨批量去重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028432" y="38130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点基因即进入关联查找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42245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字段规格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44988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必要（缺一不可）：chromosome、position、ref_allele、alt_allele、gene_symbol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选填：hgvs、depth、allele_fraction、qc_status、clinical_significance　·　编码须为 UTF-8　·　所有导入都写进稽核日志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53400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目前最大的落差：只吃 CSV，不吃 VCF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56509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实验室交付的 NGS 报告多半是 VCF 源文件或 PDF，两种都不能直接上传，必须先人工转档。这是把真实 NGS 流程接进平台前必须先补的一块。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第七节　完整链路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系统如何从 NGS 走到靶点、分子与中药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6002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47872" y="16002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25312" y="1600200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靠什么接起来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1984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变异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198424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基因符号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984248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报告里的 gene_symbol 字段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72491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38658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386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基因符号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547872" y="23865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925312" y="2386584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 OncoKB 的 1,245 个癌症基因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2724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78892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27889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27889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靶点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25312" y="2788920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这一段最关键：靶点标准化（UniProt）。TCMSP 存蛋白全名，要先翻成基因符号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127248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529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19125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31912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靶点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547872" y="31912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成分（分子）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925312" y="3191256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的成分–靶点关联表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9319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5935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3593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547872" y="35935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药材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925312" y="3593592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的药材–成分关联表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931920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33425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39959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353312" y="39959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547872" y="399592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化学结构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925312" y="3995928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成分标准化（PubChem）：SMILES／InChIKey／CAS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473659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439826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353312" y="4398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基因符号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547872" y="439826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肿瘤细胞系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925312" y="4398264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 基因依赖分数（与 3～6 平行的另一条线）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46177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822960" y="4736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标准化前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" y="50109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癌症基因比对率 2.6%（32／1,245）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AR、TP53、EGFR 都在库里却全部比不到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263640" y="46177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6537960" y="4736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标准化后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537960" y="50109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癌症基因比对率 18.0%（224／1,245），提升 7 倍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靶点解析覆盖率 72.2%，连接失败 0 笔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而且失真是静默的：画面不会显示「比对失败」，只会显示「没有关联」——看起来就像一个研究结论。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第八节　化学式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中药分子长什么样：以 paeonol（丹皮酚）为例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16352" y="16002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60020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84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中文／英文名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19842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丹皮酚 ／ Paeonol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198424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属名 Paeonia（芍药属）＋ -ol（酚类后缀）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2491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386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分子式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816352" y="238658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C₉H₁₀O₃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38658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个碳、10 个氢、3 个氧。就这 22 个原子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27889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分子量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816352" y="278892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166.17 g/mol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278892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很小。人参皂苷多在 800 以上，这是它们口服吸收差的原因之一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127248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529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1912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IUPAC 名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816352" y="319125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1-(2-hydroxy-4-methoxyphenyl)ethanone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91072" y="3191256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照结构规则写出的正式名称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593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816352" y="3593592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CC(=O)C1=C(C=C(C=C1)OC)O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593592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用一串文本描述结构，电脑可直接读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33425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9959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InChIKey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816352" y="399592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UILPJVPSNHJFIK-UHFFFAOYSA-N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99592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从结构算出的 27 码指纹，跨数据库比对最可靠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73659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4398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／ PubChem CID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2816352" y="439826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552-41-0 ／ 11092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91072" y="439826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法规采购用 ／ 可直接查结构与文献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9F1F8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分子式只说「有几个什么原子」，不说它们怎么接——决定药理性质的是官能团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5212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苯环（骨架，提供亲脂性）　·　酚羟基 –OH（抗氧化活性主要来自这里，也是与蛋白结合的位置）　·　甲氧基 –OCH₃（调整亲脂性与代谢稳定度）　·　乙酰基 –COCH₃（与相邻酚羟基形成分子内氢键）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57424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逐段对照：CC(=O) 乙酰基 → C1=C(…)C=C1 苯环 → OC 甲氧基 → 结尾的 O 酚羟基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第八节　进程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 NGS 报告走到牡丹皮：完整八步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0020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87952" y="1600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在平台的哪里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54112" y="16002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验证／限制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19842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报告验出 PTEN 变异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87952" y="19842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数据 → 上传 CSV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54112" y="1984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需先把 VCF 转成 CSV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414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414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gene_symbol = PTEN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187952" y="24414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批量变异清单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54112" y="2441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质量未过的不该往下送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986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28986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比对 OncoKB → 命中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187952" y="28986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病患暗黑基因摘要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754112" y="28986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确实在 1,245 个癌症基因里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3558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33558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基因符号 → TCMSP 靶点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187952" y="33558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暗黑基因-靶点关联窗口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33558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 TAR04620，1 个靶点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8130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261872" y="38130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靶点 → UniProt 标准化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187952" y="38130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靶点标准化（UniProt）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54112" y="38130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登录号 P60484；未标准化就走不到这一步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663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42702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261872" y="42702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靶点 → 成分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187952" y="42702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关联图的蓝色节点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754112" y="4270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其中之一是 paeonol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120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47274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261872" y="47274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 → 化学结构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187952" y="47274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成分标准化（PubChem）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754112" y="4727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 CID／SMILES／CAS，以分子量对帐验算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5577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1792" y="51846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1261872" y="51846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 → 药材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187952" y="51846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关联图的黄色节点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754112" y="51846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paeonol 连到牡丹皮、徐长卿等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第八节　界线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这里绝对不能讲成「牡丹皮对抗 PTEN 癌症」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824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PTEN 是抑癌基因，它的变异是「失去功能」，不是「功能过强」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93392"/>
            <a:ext cx="10515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一个已经失去功能的蛋白，没有东西可以去「抑制」它——所以「找一个分子去对抗 PTEN」这句话在药理上是不成立的。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这正好可以回到新闻本身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101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新闻把 PIK3CA、AKT1、PTEN 三个一起列不是巧合。PTEN 的正常工作是踩煞车、关掉 PI3K／AKT 生长信号；PTEN 失效等于煞车坏了，真正可以下手的是下游的 PI3K 与 AKT。这就是健保把这三个检测绑在同一组的原因。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279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「PTEN → paeonol → 牡丹皮」正确的读法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5371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把 paeonol 注记为与 PTEN 这个蛋白有关联，而牡丹皮含有 paeonol。这是一条值得查证的线索，不是一个结论。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12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要把它变成证据，至少还缺三件事：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确认那条注记的来源：是实验测到的结合，还是分子对接的电脑预测？TCMSP 两种混在一起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07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确认作用方向：是活化、抑制，还是只是「文献同时提到」？数据库本身不区分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167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实际的结合与活性验证。没有这一步，前面全部只是数据库关联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第九节　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兴起之后：60 亿组基因数据为什么读得动了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64992" y="16002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59552" y="1600200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指的是什么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8424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参考基因组（单套）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1984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31 亿 bp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559552" y="1984248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文献与数据库讲的「人类基因组」多半是这一个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2491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3865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人体细胞（双套）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364992" y="2386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62 亿 bp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559552" y="2386584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父母各给一套。一般讲「60 亿组」指的就是这个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29626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一次全基因组测序的数据量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2735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900～1,000 亿个碱基的原始读数，文件动辄 100 GB 以上　→　比对完约有 300～500 万个变异与参考基因组不同　→　其中绝大多数无害，真正需要人看的通常是几十个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这就是问题所在：不是数据不够，是人看不完。从 400 万缩到 40 个，靠人工逐笔判读在实务上不可能。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46634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816352" y="466344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在做什么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466344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AI／算法的角色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504748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序列比对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816352" y="504748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把几亿条短片段贴回正确位置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91072" y="504748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高效算法把数天压到数小时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71500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" y="541324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变异判读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816352" y="541324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判断是真变异还是机器读错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541324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的 DeepVariant 把测序数据转成影像用深度学习判读（Nature Biotechnology）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08076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57790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注释与排序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816352" y="57790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标上「这是什么、重不重要」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291072" y="577900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自动比对 ClinVar、OncoKB、GenCC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64465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614476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非编码区解读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816352" y="614476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 98% 在做什么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91072" y="614476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AlphaGenome 这类模型。本平台尚未串接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第九节　定位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本平台目前用 AI 到什么程度（诚实版）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4592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环节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96512" y="16459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现况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4592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29968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 → 靶点 → 成分 → 药材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096512" y="202996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规则式比对，不是 AI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029968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 UniProt 标准化后的基因符号精确比对。这一段刻意不用 AI——比对要可重现、可追溯到出处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11064240" cy="56692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9981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596896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通路富集的统计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96512" y="259689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古典统计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596896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超几何检验 + Benjamini–Hochberg 校正，不是机器学习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16382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每日新闻的摘要与评分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96512" y="316382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有用 AI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3163824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自动摘要与依证据可信度排序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66744"/>
            <a:ext cx="11064240" cy="56692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23367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7307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研究报告生成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096512" y="37307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规划中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3730752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分析链路的第七站，尚未开始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429768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非编码区预测（AlphaGenome）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096512" y="429768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尚未串接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4297680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GDSC 同类的授权待厘清项目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2960" y="48371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AI 加速的是「把范围缩小」，不是「做出判读」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14807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它能在几小时内从 400 万个变异里挑出几十个值得看的，但哪一个对这位病人有临床意义，仍然要由医师判断。本平台在这条链路上的定位是提供可追溯的候选清单与线索，正式提供医疗建议前仍需医师／专业人员审核。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本平台为科研辅助工具。所有关联均为公开数据库的统计与注记关联，不作为医疗诊断或治疗建议。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健保 NGS 擴大給付，與本平台如何從基因報告走到中藥分子</dc:title>
  <dc:subject>PptxGenJS Presentation</dc:subject>
  <dc:creator>中藥腫瘤篩選平台</dc:creator>
  <cp:lastModifiedBy>中藥腫瘤篩選平台</cp:lastModifiedBy>
  <cp:revision>1</cp:revision>
  <dcterms:created xsi:type="dcterms:W3CDTF">2026-09-18T03:22:03Z</dcterms:created>
  <dcterms:modified xsi:type="dcterms:W3CDTF">2026-09-18T03:22:03Z</dcterms:modified>
</cp:coreProperties>
</file>